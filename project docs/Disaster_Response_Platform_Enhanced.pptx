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RESPONSE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Emergency Management &amp; Resource Allocation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Akshat Pal (202310101310080)</a:t>
            </a:r>
            <a:endParaRPr lang="en-US" sz="1200" dirty="0"/>
          </a:p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Aakash Yadav (202310101310108)</a:t>
            </a:r>
            <a:endParaRPr lang="en-US" sz="1200" dirty="0"/>
          </a:p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 Nanwani (202310101310109)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Disaster Response Coordination Platform is a comprehensive system designed to streamline emergency operations through real-time data integration, intelligent resource allocation, and seamless communication between all response teams.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Tracking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incidents, resources, and response teams with live GPS tracking and status updates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Allocation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resource distribution based on severity, location, and availability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Communication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8076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messaging, alerts, and coordination across all emergency services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 in Disaster Response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Breakdown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communication channels between agencies lead to delayed response times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Misallocation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286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real-time visibility results in inefficient deployment of critical resources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Silos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information systems prevent comprehensive situational awareness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Gaps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9319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responding organizations struggle to synchronize efforts effectively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Study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197652" y="1795227"/>
            <a:ext cx="5515113" cy="2189260"/>
          </a:xfrm>
          <a:prstGeom prst="roundRect">
            <a:avLst>
              <a:gd name="adj" fmla="val 5556"/>
            </a:avLst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90638" y="19888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90638" y="2502453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Modern tech stack (React, Node.js, PostgreSQL)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Cloud infrastructure readily available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GPS integration via smartphone APIs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Real-time communication using WebSockets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Analysis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1618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63666" y="1183862"/>
            <a:ext cx="402336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3442" y="1691640"/>
            <a:ext cx="312883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Registration, authentication, role-based access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Management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Report, verify, assign, track incidents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availability, allocate resources, monitor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Communication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Messaging, alerts, notifications, broadcasts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Tracking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location tracking, route planning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 Features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Management Dashboard with real-time status tracking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2801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GPS-enabled resource and personnel tracking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alert and notification system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0116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Multi-agency communication hub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 for resource forecasting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weather and traffic data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5556"/>
            </a:avLst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Dashboard  •  Command Center Display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965960"/>
            <a:ext cx="548640" cy="27432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03120"/>
            <a:ext cx="8229600" cy="822960"/>
          </a:xfrm>
          <a:prstGeom prst="roundRect">
            <a:avLst>
              <a:gd name="adj" fmla="val 5556"/>
            </a:avLst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Management  •  Resource Allocation  •  Communication Hub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971800"/>
            <a:ext cx="548640" cy="27432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08960"/>
            <a:ext cx="8229600" cy="822960"/>
          </a:xfrm>
          <a:prstGeom prst="roundRect">
            <a:avLst>
              <a:gd name="adj" fmla="val 5556"/>
            </a:avLst>
          </a:prstGeom>
          <a:solidFill>
            <a:srgbClr val="FFF3E0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35204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•  Data Sync  •  Third-party Integrations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3977640"/>
            <a:ext cx="548640" cy="27432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114800"/>
            <a:ext cx="8229600" cy="822960"/>
          </a:xfrm>
          <a:prstGeom prst="roundRect">
            <a:avLst>
              <a:gd name="adj" fmla="val 5556"/>
            </a:avLst>
          </a:prstGeom>
          <a:solidFill>
            <a:srgbClr val="F3E5F5"/>
          </a:solidFill>
          <a:ln w="25400">
            <a:solidFill>
              <a:srgbClr val="9C27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2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4526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Database  •  Analytics Engine  •  Archive Storage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 &amp; Permissions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8F9FA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258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1325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Commander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13258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system access, decision authority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8F9FA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Manager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2011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allocation, tactical coordination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8F9FA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974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88720" y="2697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Responder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26974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updates, status reporting, communication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8F9FA"/>
          </a:solidFill>
          <a:ln w="25400">
            <a:solidFill>
              <a:srgbClr val="F1C40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83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8872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Staff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3383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entry, logistics support, documentation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8F9F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0690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88720" y="4069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Information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14800" y="4069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viewing, public communications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087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Response Time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reduction in deployment 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 w="381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5087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21208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Coordination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inter-agency collaboration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375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Efficiency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utilization of available assets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32004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 w="381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3375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521208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Situational Awareness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1208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real-time visibility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25400">
            <a:solidFill>
              <a:srgbClr val="61DA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6642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Progressive Web App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25400">
            <a:solidFill>
              <a:srgbClr val="3399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7784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7840" y="16642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Python, Microservices Architecture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25400">
            <a:solidFill>
              <a:srgbClr val="3367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88720" y="2423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7614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PostgreSQL, Redis, MongoDB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28600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77840" y="2423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77840" y="27614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WebSocket, Socket.io, Firebase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25400">
            <a:solidFill>
              <a:srgbClr val="DC14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88720" y="3520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8587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2.0, AES-256 Encryption, SSO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38328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25400">
            <a:solidFill>
              <a:srgbClr val="FF6F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77840" y="3520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38587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Tableau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463</Words>
  <Application>Microsoft Office PowerPoint</Application>
  <PresentationFormat>On-screen Show (16:9)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Response Coordination Platform</dc:title>
  <dc:subject>PptxGenJS Presentation</dc:subject>
  <dc:creator>Akshat Pal, Aakash Yadav, Om Nanwani</dc:creator>
  <cp:lastModifiedBy>Akshat Pal</cp:lastModifiedBy>
  <cp:revision>4</cp:revision>
  <dcterms:created xsi:type="dcterms:W3CDTF">2026-02-18T01:44:33Z</dcterms:created>
  <dcterms:modified xsi:type="dcterms:W3CDTF">2026-03-16T08:14:27Z</dcterms:modified>
</cp:coreProperties>
</file>